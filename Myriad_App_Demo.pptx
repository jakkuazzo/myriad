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dissertation screenshots (Myriad Dissertation | Said Osman | k2376552) and extracted images.
- GitHub repository: https://github.com/JakkuAzzo/Myriad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dissertation screenshots and narrative description.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dissertation screenshots and process description.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dissertation screenshots.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dissertation charts (category usage, sentiment trend).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dissertation (requirements table, privacy controls, consent/export/delete, confidence cues).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dissertation (technology stack, component mapping, realisation chapter).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dissertation (Validation chapter, task-to-requirement mapping, automated test snapshot).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dissertation (Future work and risk discussion; testing implications).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822960"/>
            <a:ext cx="5303520" cy="5669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mnt/data/myriad_docx_extract/word/media/image1.png">    </p:cNvPr>
          <p:cNvPicPr>
            <a:picLocks noChangeAspect="1"/>
          </p:cNvPicPr>
          <p:nvPr/>
        </p:nvPicPr>
        <p:blipFill>
          <a:blip r:embed="rId1"/>
          <a:srcRect l="20799" r="20799" t="0" b="0"/>
          <a:stretch/>
        </p:blipFill>
        <p:spPr>
          <a:xfrm>
            <a:off x="6537960" y="868680"/>
            <a:ext cx="5212080" cy="5577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MYRIAD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local-first, privacy-preserving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 habit tracker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that imports activity exports and turns them into private insights — without default cloud upload.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657600"/>
            <a:ext cx="5669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38404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Said Osman (k2376552)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BSc Computer Science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Artefact: Electron + Express + SQLite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05840" y="5074920"/>
            <a:ext cx="52120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5212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based on the dissertation and app screenshots.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Myriad approach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57784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4937760" cy="129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3360" indent="-21336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wellbeing / self-tracking tools default to cloud-centric data collection.</a:t>
            </a:r>
            <a:endParaRPr lang="en-US" sz="1600" dirty="0"/>
          </a:p>
          <a:p>
            <a:pPr marL="213360" indent="-21336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metadata can still be sensitive (patterns, routines, social rhythms).</a:t>
            </a:r>
            <a:endParaRPr lang="en-US" sz="1600" dirty="0"/>
          </a:p>
          <a:p>
            <a:pPr marL="213360" indent="-21336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want insight **without** surrendering raw data by default.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5212080" cy="3063240"/>
          </a:xfrm>
          <a:prstGeom prst="roundRect">
            <a:avLst/>
          </a:prstGeom>
          <a:solidFill>
            <a:srgbClr val="E8F5F3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429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Myriad: local-first by design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4754880" cy="14649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user-controlled exports (e.g., browser history).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aggregates and trends locally.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controls: consent toggle, export, and delete.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narrative summary with confidence cues.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1005840"/>
            <a:ext cx="50749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mnt/data/myriad_docx_extract/word/media/image2.png">    </p:cNvPr>
          <p:cNvPicPr>
            <a:picLocks noChangeAspect="1"/>
          </p:cNvPicPr>
          <p:nvPr/>
        </p:nvPicPr>
        <p:blipFill>
          <a:blip r:embed="rId1"/>
          <a:srcRect l="0" r="0" t="10749" b="10749"/>
          <a:stretch/>
        </p:blipFill>
        <p:spPr>
          <a:xfrm>
            <a:off x="6537960" y="1051560"/>
            <a:ext cx="4983480" cy="5074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37960" y="6245352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 (local statistics + AI summary)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EEE7"/>
          </a:solidFill>
          <a:ln w="12700">
            <a:solidFill>
              <a:srgbClr val="F3EE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65683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Myriad • App overview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612880" y="6656832"/>
            <a:ext cx="9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(how a user gets value)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Select an export → 2) Import locally → 3) See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965960"/>
            <a:ext cx="548640" cy="3200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93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browser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560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browser export file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Chrome/Safari/Firefox).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965960"/>
            <a:ext cx="548640" cy="3200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993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&amp; transform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2560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parsing + normalisation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privacy transformations.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12480" y="173736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0" y="1965960"/>
            <a:ext cx="548640" cy="3200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993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35440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insights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41080" y="2560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Statistics dashboard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optional AI summary.</a:t>
            </a:r>
            <a:endParaRPr lang="en-US" sz="1400" dirty="0"/>
          </a:p>
        </p:txBody>
      </p:sp>
      <p:pic>
        <p:nvPicPr>
          <p:cNvPr id="20" name="Image 0" descr="/mnt/data/myriad_docx_extract/word/media/image1.png">    </p:cNvPr>
          <p:cNvPicPr>
            <a:picLocks noChangeAspect="1"/>
          </p:cNvPicPr>
          <p:nvPr/>
        </p:nvPicPr>
        <p:blipFill>
          <a:blip r:embed="rId1"/>
          <a:srcRect l="0" r="0" t="25126" b="25126"/>
          <a:stretch/>
        </p:blipFill>
        <p:spPr>
          <a:xfrm>
            <a:off x="868680" y="4892040"/>
            <a:ext cx="5440680" cy="1691640"/>
          </a:xfrm>
          <a:prstGeom prst="rect">
            <a:avLst/>
          </a:prstGeom>
        </p:spPr>
      </p:pic>
      <p:pic>
        <p:nvPicPr>
          <p:cNvPr id="21" name="Image 1" descr="/mnt/data/myriad_docx_extract/word/media/image2.png">    </p:cNvPr>
          <p:cNvPicPr>
            <a:picLocks noChangeAspect="1"/>
          </p:cNvPicPr>
          <p:nvPr/>
        </p:nvPicPr>
        <p:blipFill>
          <a:blip r:embed="rId2"/>
          <a:srcRect l="0" r="0" t="37811" b="37811"/>
          <a:stretch/>
        </p:blipFill>
        <p:spPr>
          <a:xfrm>
            <a:off x="6446520" y="4892040"/>
            <a:ext cx="5349240" cy="16916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526280" y="3886200"/>
            <a:ext cx="27432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8275320" y="3886200"/>
            <a:ext cx="27432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EEE7"/>
          </a:solidFill>
          <a:ln w="12700">
            <a:solidFill>
              <a:srgbClr val="F3EEE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" y="665683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Myriad • User flow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1612880" y="6656832"/>
            <a:ext cx="9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tour (what you can see and control)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49808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myriad_docx_extract/word/media/image2.png">    </p:cNvPr>
          <p:cNvPicPr>
            <a:picLocks noChangeAspect="1"/>
          </p:cNvPicPr>
          <p:nvPr/>
        </p:nvPicPr>
        <p:blipFill>
          <a:blip r:embed="rId1"/>
          <a:srcRect l="0" r="0" t="21449" b="21449"/>
          <a:stretch/>
        </p:blipFill>
        <p:spPr>
          <a:xfrm>
            <a:off x="685800" y="1051560"/>
            <a:ext cx="7406640" cy="5486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005840"/>
            <a:ext cx="315468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4108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41080" y="1737360"/>
            <a:ext cx="2743200" cy="1607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toggle (collect / pause)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 + device filters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JSON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all data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+ highlights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4108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41080" y="4343400"/>
            <a:ext cx="2743200" cy="1607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+ active days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hours patterns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usage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trend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frequency + topics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EEE7"/>
          </a:solidFill>
          <a:ln w="12700">
            <a:solidFill>
              <a:srgbClr val="F3E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65683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Myriad • Dashboard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612880" y="6656832"/>
            <a:ext cx="9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insights (from local analytics)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887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quick examples: category usage + sentiment trend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mnt/data/myriad_docx_extract/word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75738"/>
            <a:ext cx="5166360" cy="2583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989320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usage (minutes)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mnt/data/myriad_docx_extract/word/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75738"/>
            <a:ext cx="5166360" cy="25831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5989320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sentiment trend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EEE7"/>
          </a:solidFill>
          <a:ln w="12700">
            <a:solidFill>
              <a:srgbClr val="F3EEE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665683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Myriad • Analytics outputs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612880" y="6656832"/>
            <a:ext cx="9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posture (controls that build trust)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57784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privacy by default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4937760" cy="1703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persistence (no mandatory cloud).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Consent-gated ingestion (collect / pause).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transformation (pseudonymisation) before storage.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and deletion controls for user autonomy.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cues on narrative summaries to reduce over-trust.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1005840"/>
            <a:ext cx="507492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processing pipeline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66560" y="1920240"/>
            <a:ext cx="4343400" cy="777240"/>
          </a:xfrm>
          <a:prstGeom prst="roundRect">
            <a:avLst/>
          </a:prstGeom>
          <a:solidFill>
            <a:srgbClr val="E8F5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02996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export file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(browser/chat)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38260" y="2697480"/>
            <a:ext cx="0" cy="164592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66560" y="2816352"/>
            <a:ext cx="4343400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92608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normalise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(schema bounds)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38260" y="3593592"/>
            <a:ext cx="0" cy="164592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3712464"/>
            <a:ext cx="4343400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38221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identifiers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(salted hash)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38260" y="4489704"/>
            <a:ext cx="0" cy="164592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66560" y="4608576"/>
            <a:ext cx="434340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471830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locally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38260" y="5385816"/>
            <a:ext cx="0" cy="164592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66560" y="5504688"/>
            <a:ext cx="4343400" cy="7772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561441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insights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optional narrative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EEE7"/>
          </a:solidFill>
          <a:ln w="12700">
            <a:solidFill>
              <a:srgbClr val="F3E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65683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Myriad • Privacy by design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612880" y="6656832"/>
            <a:ext cx="9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(tech stack + components)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85216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5394960" cy="19411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desktop UI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Express API (auth, ingestion, summaries)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persistence (single-file local DB)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modules (imports)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optional narrative summary module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 (API + control integrity)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20840" y="1005840"/>
            <a:ext cx="484632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0" y="1234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snapshot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9440" y="1737360"/>
            <a:ext cx="214884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0" y="1737360"/>
            <a:ext cx="2148840" cy="457200"/>
          </a:xfrm>
          <a:prstGeom prst="rect">
            <a:avLst/>
          </a:prstGeom>
          <a:solidFill>
            <a:srgbClr val="E8F5F3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2331720"/>
            <a:ext cx="2148840" cy="457200"/>
          </a:xfrm>
          <a:prstGeom prst="rect">
            <a:avLst/>
          </a:prstGeom>
          <a:solidFill>
            <a:srgbClr val="F3E8FF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0" y="2331720"/>
            <a:ext cx="214884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2926080"/>
            <a:ext cx="2148840" cy="457200"/>
          </a:xfrm>
          <a:prstGeom prst="rect">
            <a:avLst/>
          </a:prstGeom>
          <a:solidFill>
            <a:srgbClr val="FFE4E6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0" y="2926080"/>
            <a:ext cx="2148840" cy="457200"/>
          </a:xfrm>
          <a:prstGeom prst="rect">
            <a:avLst/>
          </a:prstGeom>
          <a:solidFill>
            <a:srgbClr val="ECFCCB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ONNX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36118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3886200"/>
            <a:ext cx="4389120" cy="548640"/>
          </a:xfrm>
          <a:prstGeom prst="rect">
            <a:avLst/>
          </a:prstGeom>
          <a:solidFill>
            <a:srgbClr val="E8F5F3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UI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4663440"/>
            <a:ext cx="438912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Express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5440680"/>
            <a:ext cx="210312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0" y="5440680"/>
            <a:ext cx="2103120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Summary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4434840"/>
            <a:ext cx="0" cy="2286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35440" y="5212080"/>
            <a:ext cx="0" cy="2286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35440" y="5989320"/>
            <a:ext cx="0" cy="36576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949440" y="63550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locally; the UI talks to a local API which stores and summarises data.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EEE7"/>
          </a:solidFill>
          <a:ln w="12700">
            <a:solidFill>
              <a:srgbClr val="F3E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65683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Myriad • Implementation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612880" y="6656832"/>
            <a:ext cx="9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(usability + system testing)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603504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validated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5486400" cy="14649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tasks T1–T4 mapped to requirements.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 for auth, ingestion, transformation, summaries, export/delete.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validated: consent gating + per-user isolation.</a:t>
            </a:r>
            <a:endParaRPr lang="en-US" sz="1500" dirty="0"/>
          </a:p>
          <a:p>
            <a:pPr marL="200025" indent="-200025">
              <a:lnSpc>
                <a:spcPct val="125000"/>
              </a:lnSpc>
              <a:spcAft>
                <a:spcPts val="37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notes: packaging/dependency drift risks documented.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4434840"/>
            <a:ext cx="5669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617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(snapshot)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tests: 10 passed, 0 failed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Usability: strongest improvements needed in ingestion guidance + terminology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Next: broader accessibility/usability validation + release-hardening checks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1005840"/>
            <a:ext cx="461772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8040" y="1234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outcome</a:t>
            </a:r>
            <a:endParaRPr lang="en-US" sz="1800" dirty="0"/>
          </a:p>
        </p:txBody>
      </p:sp>
      <p:pic>
        <p:nvPicPr>
          <p:cNvPr id="12" name="Image 0" descr="/mnt/data/myriad_docx_extract/word/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363153"/>
            <a:ext cx="4434840" cy="27717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78040" y="58978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 focuses on privacy-critical behaviour (consent, isolation, transformation).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EEE7"/>
          </a:solidFill>
          <a:ln w="12700">
            <a:solidFill>
              <a:srgbClr val="F3E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65683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Myriad • Testing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612880" y="6656832"/>
            <a:ext cx="9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/ next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344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 (if this becomes a product)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improvements focus on trust, resilience, and broader real-world evaluation.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53035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2194560"/>
            <a:ext cx="53035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423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+ privacy hardening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788920"/>
            <a:ext cx="4846320" cy="1385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encryption at rest + key management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(replace static admin key)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windows + selective redaction policies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 sync across trusted devices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research validation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846320" cy="1385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usability + accessibility testing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connectors + clearer ingestion guidance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analytics latency on larger datasets</a:t>
            </a:r>
            <a:endParaRPr lang="en-US" sz="1400" dirty="0"/>
          </a:p>
          <a:p>
            <a:pPr marL="186690" indent="-186690">
              <a:lnSpc>
                <a:spcPct val="125000"/>
              </a:lnSpc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 (STRIDE/LINDDUN) + mitigation traceability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EEE7"/>
          </a:solidFill>
          <a:ln w="12700">
            <a:solidFill>
              <a:srgbClr val="F3E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65683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Myriad • Roadmap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612880" y="6656832"/>
            <a:ext cx="9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Said Osman</dc:creator>
  <cp:lastModifiedBy>Said Osman</cp:lastModifiedBy>
  <cp:revision>1</cp:revision>
  <dcterms:created xsi:type="dcterms:W3CDTF">2026-04-15T20:47:31Z</dcterms:created>
  <dcterms:modified xsi:type="dcterms:W3CDTF">2026-04-15T20:47:31Z</dcterms:modified>
</cp:coreProperties>
</file>